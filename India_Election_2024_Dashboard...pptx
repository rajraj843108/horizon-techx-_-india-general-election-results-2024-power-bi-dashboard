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64008" cy="499719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0" y="73152"/>
            <a:ext cx="548640" cy="166420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0" y="1737360"/>
            <a:ext cx="5486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0" y="3401568"/>
            <a:ext cx="548640" cy="1668780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229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INDIA GENERAL ELECTION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74320" y="1554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RESULTS ANALYSIS — 2024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74320" y="2468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Presentation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74320" y="3017520"/>
            <a:ext cx="5029200" cy="3657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31546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🗳  Voting Dates: </a:t>
            </a:r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Fri, 19 Apr – Sat, 01 Jun 2024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" y="3520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Result Date: </a:t>
            </a:r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Tue, 04 Jun 2024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  Rishi Raj  |  AI &amp; Data Science Intern @ Horizon TechX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743200" cy="150876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972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543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7432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Total Seats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E8EDF5"/>
                </a:solidFill>
              </a:rPr>
              <a:t>Lok Sabha constituencies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743200" cy="150876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10972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292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24612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NDA Alliance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4612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E8EDF5"/>
                </a:solidFill>
              </a:rPr>
              <a:t>Seats won (54%)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1051560"/>
            <a:ext cx="2743200" cy="1508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0972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234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21792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I.N.D.I.A. Alliance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E8EDF5"/>
                </a:solidFill>
              </a:rPr>
              <a:t>Seats won (43%)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4320" y="2788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This Dashboard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74320" y="320040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Power BI report transforms raw 2024 Indian General Election data into actionable political insights across </a:t>
            </a:r>
            <a:pPr indent="0" marL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interactive dashboards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It helps political analysts, researchers, and citizens understand voter dynamics, constituency-wise performance, and state-level metrics.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" y="40690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Landing Page — Central Navigation Hub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43708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Overview Analysis — Alliance &amp; Party Results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467258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State Demographic Analysis — Map-Based Insights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40690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Political Landscape by State — State Drill-Down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43708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Constituency Analysis — Candidate Deep-Dive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467258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Details Grid — Drill-Through &amp; Export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Landing Page</a:t>
            </a:r>
            <a:endParaRPr lang="en-US" sz="2800" dirty="0"/>
          </a:p>
        </p:txBody>
      </p:sp>
      <p:pic>
        <p:nvPicPr>
          <p:cNvPr id="5" name="Image 0" descr="/home/claude/img_land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05840"/>
            <a:ext cx="521208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15000" y="1051560"/>
            <a:ext cx="3246120" cy="8229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06440" y="108813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Navigation Hub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806440" y="1371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Click-to-navigate cards for all 4 analytical dashboards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715000" y="2011680"/>
            <a:ext cx="3246120" cy="8229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06440" y="204825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UI Design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806440" y="2331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Minimalist layout with icons &amp; color coding for quick recognition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715000" y="2971800"/>
            <a:ext cx="3246120" cy="8229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06440" y="300837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Button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806440" y="3291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dashboard links back to Landing Page instantly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715000" y="3931920"/>
            <a:ext cx="3246120" cy="8229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06440" y="396849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Election Context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06440" y="4251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 dates &amp; counting date prominently displayed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 2  —  Overview Analysis</a:t>
            </a:r>
            <a:endParaRPr lang="en-US" sz="2200" dirty="0"/>
          </a:p>
        </p:txBody>
      </p:sp>
      <p:pic>
        <p:nvPicPr>
          <p:cNvPr id="4" name="Image 0" descr="/home/claude/img_over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914400"/>
            <a:ext cx="5303520" cy="3291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0" y="960120"/>
            <a:ext cx="32918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669280" y="960120"/>
            <a:ext cx="64008" cy="11430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52160" y="10332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NDA Alliance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852160" y="134416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00"/>
                </a:solidFill>
              </a:rPr>
              <a:t>292 seats  •  54%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852160" y="16733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14 parties led by BJP (240)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669280" y="2286000"/>
            <a:ext cx="32918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69280" y="2286000"/>
            <a:ext cx="64008" cy="1143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52160" y="23591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I.N.D.I.A.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852160" y="2670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</a:rPr>
              <a:t>234 seats  •  43%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852160" y="29992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20 parties led by INC (99)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669280" y="3611880"/>
            <a:ext cx="32918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0" y="3611880"/>
            <a:ext cx="64008" cy="11430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52160" y="36850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Others / IND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852160" y="39959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4A3B8"/>
                </a:solidFill>
              </a:rPr>
              <a:t>17 seats  •  3%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852160" y="43251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Independent candidates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82880" y="43434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 •  Party logos  •  Alliance seat share  •  Bookmarks for drill-down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 3  —  State Demographic Analysis</a:t>
            </a:r>
            <a:endParaRPr lang="en-US" sz="2200" dirty="0"/>
          </a:p>
        </p:txBody>
      </p:sp>
      <p:pic>
        <p:nvPicPr>
          <p:cNvPr id="4" name="Image 0" descr="/home/claude/img_state_dem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822960"/>
            <a:ext cx="877824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82880" y="4389120"/>
            <a:ext cx="283464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44165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Map 1 — State-wise Seats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274320" y="465429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5"/>
                </a:solidFill>
              </a:rPr>
              <a:t>Total seats, majority alliance, NDA &amp; I.N.D.I.A. seats per state via tooltip. Drill-through to grid.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172968" y="4389120"/>
            <a:ext cx="283464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64408" y="44165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Map 2 — Constituency Bubbles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64408" y="465429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5"/>
                </a:solidFill>
              </a:rPr>
              <a:t>Color-coded bubbles for each constituency. NDA = saffron, I.N.D.I.A. = blue. Click to filter.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163056" y="4389120"/>
            <a:ext cx="283464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54496" y="44165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Map 3 — Alliance Dominance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254496" y="465429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5"/>
                </a:solidFill>
              </a:rPr>
              <a:t>State-level choropleth showing which alliance won the majority of seats in each state.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 4  —  Political Landscape by State</a:t>
            </a:r>
            <a:endParaRPr lang="en-US" sz="2200" dirty="0"/>
          </a:p>
        </p:txBody>
      </p:sp>
      <p:pic>
        <p:nvPicPr>
          <p:cNvPr id="4" name="Image 0" descr="/home/claude/img_politic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914400"/>
            <a:ext cx="5394960" cy="3429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60720" y="1005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B55"/>
                </a:solidFill>
              </a:rPr>
              <a:t>Key Features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760720" y="1490472"/>
            <a:ext cx="201168" cy="201168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53328" y="144475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State Selector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70078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Dynamic dropdown to filter any of 28 states &amp; UTs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760720" y="2057400"/>
            <a:ext cx="201168" cy="201168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53328" y="201168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KPI Cards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053328" y="226771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I.N.D.I.A., NDA &amp; Others seat count at a glance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760720" y="2624328"/>
            <a:ext cx="201168" cy="201168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53328" y="257860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State Map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053328" y="28346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Constituency boundary visualization for selected state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760720" y="3191256"/>
            <a:ext cx="201168" cy="201168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53328" y="3145536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Party Grid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053328" y="340156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Party-wise results with alliance affiliation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760720" y="3758184"/>
            <a:ext cx="201168" cy="201168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53328" y="371246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Donut Chart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053328" y="3968496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Visual seat-share percentage per party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760720" y="4325112"/>
            <a:ext cx="201168" cy="201168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53328" y="427939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Example: Bihar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053328" y="453542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NDA: 30  |  I.N.D.I.A.: 9  |  Others: 1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 5  —  Constituency Analysis</a:t>
            </a:r>
            <a:endParaRPr lang="en-US" sz="2200" dirty="0"/>
          </a:p>
        </p:txBody>
      </p:sp>
      <p:pic>
        <p:nvPicPr>
          <p:cNvPr id="4" name="Image 0" descr="/home/claude/img_constituenc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804672"/>
            <a:ext cx="5394960" cy="3474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0" y="914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Example: AGRA Constituency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669280" y="1325880"/>
            <a:ext cx="1572768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0" y="1362456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00"/>
                </a:solidFill>
              </a:rPr>
              <a:t>11,23,779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669280" y="169164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DF5"/>
                </a:solidFill>
              </a:rPr>
              <a:t>Total Votes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360920" y="1325880"/>
            <a:ext cx="1572768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60920" y="1362456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00"/>
                </a:solidFill>
              </a:rPr>
              <a:t>11,19,183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60920" y="169164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DF5"/>
                </a:solidFill>
              </a:rPr>
              <a:t>EVM Votes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669280" y="2103120"/>
            <a:ext cx="1572768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0" y="2139696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00"/>
                </a:solidFill>
              </a:rPr>
              <a:t>4,596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669280" y="246888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DF5"/>
                </a:solidFill>
              </a:rPr>
              <a:t>Postal Votes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360920" y="2103120"/>
            <a:ext cx="1572768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60920" y="2139696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00"/>
                </a:solidFill>
              </a:rPr>
              <a:t>12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360920" y="246888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DF5"/>
                </a:solidFill>
              </a:rPr>
              <a:t>Candidates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669280" y="2971800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Top 3 Candidates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669280" y="3337560"/>
            <a:ext cx="3291840" cy="4572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69280" y="3337560"/>
            <a:ext cx="54864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06440" y="33649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</a:rPr>
              <a:t>WINNER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806440" y="35478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Prof S P Singh Baghel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7589520" y="34290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EDF5"/>
                </a:solidFill>
              </a:rPr>
              <a:t>BJP  •  5,99,397  •  53.34%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5669280" y="3849624"/>
            <a:ext cx="3291840" cy="4572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669280" y="3849624"/>
            <a:ext cx="54864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387705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</a:rPr>
              <a:t>RUNNER-UP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806440" y="405993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Suresh Chand Kardam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7589520" y="39410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EDF5"/>
                </a:solidFill>
              </a:rPr>
              <a:t>SP  •  3,28,103  •  29.20%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5669280" y="4361688"/>
            <a:ext cx="3291840" cy="4572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669280" y="4361688"/>
            <a:ext cx="54864" cy="4572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806440" y="43891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6B00"/>
                </a:solidFill>
              </a:rPr>
              <a:t>2nd RUNNER-UP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806440" y="45720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Pooja Amrohi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7589520" y="44531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EDF5"/>
                </a:solidFill>
              </a:rPr>
              <a:t>BSP  •  1,76,474  •  15.70%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MODELING  —  Entity Relationship Diagram (ERD)</a:t>
            </a:r>
            <a:endParaRPr lang="en-US" sz="2000" dirty="0"/>
          </a:p>
        </p:txBody>
      </p:sp>
      <p:pic>
        <p:nvPicPr>
          <p:cNvPr id="4" name="Image 0" descr="/home/claude/img_e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914400"/>
            <a:ext cx="5669280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89320" y="9601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5"/>
                </a:solidFill>
              </a:rPr>
              <a:t>Tables &amp; Relationships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943600" y="1371600"/>
            <a:ext cx="3017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43600" y="1371600"/>
            <a:ext cx="54864" cy="62179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80760" y="141732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B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partywise_results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080760" y="16733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Party, seats won, Party ID (PK)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943600" y="2084832"/>
            <a:ext cx="3017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43600" y="2084832"/>
            <a:ext cx="54864" cy="62179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80760" y="213055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B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constituencywise_results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080760" y="23865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Constituency, Winning Candidate, Votes, Margin, Constituency ID (PK), Party ID (FK)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943600" y="2798064"/>
            <a:ext cx="3017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943600" y="2798064"/>
            <a:ext cx="54864" cy="62179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80760" y="284378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B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constituencywise_details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080760" y="309981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Candidate-level data with EVM, postal, total votes, % of votes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943600" y="3511296"/>
            <a:ext cx="3017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943600" y="3511296"/>
            <a:ext cx="54864" cy="62179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80760" y="355701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B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statewise_results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080760" y="38130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State-level leading/trailing candidates, margin, status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943600" y="4224528"/>
            <a:ext cx="3017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943600" y="4224528"/>
            <a:ext cx="54864" cy="62179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080760" y="427024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B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States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6080760" y="45262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State ID (PK) and State name dimension table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SKILLS &amp; TECHNOLOGIES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2743200" cy="16916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1005840"/>
            <a:ext cx="2743200" cy="34747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0607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Power BI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4081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· Dashboard Design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7190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· Cross-page Navigation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20299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· Bookmarks &amp; Buttons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23408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· Tooltip Customization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54680" y="1005840"/>
            <a:ext cx="2743200" cy="16916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54680" y="1005840"/>
            <a:ext cx="27432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10607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DAX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14081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· Calculated Columns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91840" y="17190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· Measures &amp; KPIs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91840" y="20299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· Filter Context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91840" y="23408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· CALCULATE &amp; DIVIDE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1005840"/>
            <a:ext cx="2743200" cy="16916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005840"/>
            <a:ext cx="2743200" cy="347472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0607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Modeling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14081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· Star Schema Design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63640" y="17190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· Entity Relationships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63640" y="20299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· Primary &amp; Foreign Keys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63640" y="23408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· Table Joins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2880" y="2926080"/>
            <a:ext cx="2743200" cy="16916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2926080"/>
            <a:ext cx="274320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2880" y="29809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Visualization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0040" y="33284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· Map Charts (Bing)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0040" y="36393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· Bubble Maps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0040" y="39502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· Donut Charts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0040" y="42611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· Grid / Matrix Visuals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154680" y="2926080"/>
            <a:ext cx="2743200" cy="16916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54680" y="2926080"/>
            <a:ext cx="2743200" cy="34747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54680" y="29809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UX / Design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291840" y="33284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· Color Coding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291840" y="36393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· Drill-Through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291840" y="39502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· Dynamic Filtering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291840" y="42611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· Export to Excel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26480" y="2926080"/>
            <a:ext cx="2743200" cy="16916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26480" y="2926080"/>
            <a:ext cx="2743200" cy="3474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26480" y="29809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Analysis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263640" y="33284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· Election Trends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63640" y="36393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· Alliance Performance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263640" y="39502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· Constituency Insights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263640" y="42611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· State-Level Metrics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200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274320" y="10972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6B00"/>
                </a:solidFill>
              </a:rPr>
              <a:t>India General Election Results 2024  —  Power BI Dashboard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71600" y="1691640"/>
            <a:ext cx="6400800" cy="1645920"/>
          </a:xfrm>
          <a:prstGeom prst="rect">
            <a:avLst/>
          </a:prstGeom>
          <a:solidFill>
            <a:srgbClr val="1A3A6B"/>
          </a:solidFill>
          <a:ln w="12700">
            <a:solidFill>
              <a:srgbClr val="FF6B0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463040" y="181051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Developed during AI &amp; Data Science Internship</a:t>
            </a:r>
            <a:endParaRPr lang="en-US" sz="1300" dirty="0"/>
          </a:p>
        </p:txBody>
      </p:sp>
      <p:pic>
        <p:nvPicPr>
          <p:cNvPr id="7" name="Image 0" descr="/home/claude/img_off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54480" y="2176272"/>
            <a:ext cx="1005840" cy="1005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697480" y="22402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TechX</a:t>
            </a:r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Program Director: A. Shrivastava
</a:t>
            </a:r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 Certified  |  Date: 07/05/2026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74320" y="356616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Developed by  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Rishi Raj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74320" y="391363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🔗 GitHub: </a:t>
            </a:r>
            <a:pPr algn="ctr"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github.com/rajraj843108/Horizon-TechX-_-India-General-Election-Results-2024-Power-BI-Dashboard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74320" y="42245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💼 LinkedIn: </a:t>
            </a:r>
            <a:pPr algn="ctr"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linkedin.com/in/rishi-raj-843229246/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74320" y="443484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#PowerBI  #DataAnalytics  #IndiaElections2024  #HorizonTechX  #DataVisualization  #AIandDataScience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 General Election Results 2024 - Power BI Dashboard</dc:title>
  <dc:subject>PptxGenJS Presentation</dc:subject>
  <dc:creator>Rishi Raj</dc:creator>
  <cp:lastModifiedBy>Rishi Raj</cp:lastModifiedBy>
  <cp:revision>1</cp:revision>
  <dcterms:created xsi:type="dcterms:W3CDTF">2026-06-07T11:40:01Z</dcterms:created>
  <dcterms:modified xsi:type="dcterms:W3CDTF">2026-06-07T11:40:01Z</dcterms:modified>
</cp:coreProperties>
</file>